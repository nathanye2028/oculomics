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mBRSET AUROC</c:v>
                </c:pt>
              </c:strCache>
            </c:strRef>
          </c:tx>
          <c:spPr>
            <a:solidFill>
              <a:srgbClr val="065A82">
                <a:alpha val="10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Old baseline
(V3, 224px)</c:v>
                  </c:pt>
                  <c:pt idx="1">
                    <c:v>New recipe
(V3, 384px)</c:v>
                  </c:pt>
                  <c:pt idx="2">
                    <c:v>V4 backbone
(control)</c:v>
                  </c:pt>
                  <c:pt idx="3">
                    <c:v>+ AdaBN</c:v>
                  </c:pt>
                  <c:pt idx="4">
                    <c:v>+ Distill
+ AdaBN</c:v>
                  </c:pt>
                  <c:pt idx="5">
                    <c:v>Teacher
zero-shot</c:v>
                  </c:pt>
                  <c:pt idx="6">
                    <c:v>mBRSET
ceiling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0.813</c:v>
                </c:pt>
                <c:pt idx="1">
                  <c:v>0.863</c:v>
                </c:pt>
                <c:pt idx="2">
                  <c:v>0.882</c:v>
                </c:pt>
                <c:pt idx="3">
                  <c:v>0.892</c:v>
                </c:pt>
                <c:pt idx="4">
                  <c:v>0.904</c:v>
                </c:pt>
                <c:pt idx="5">
                  <c:v>0.936</c:v>
                </c:pt>
                <c:pt idx="6">
                  <c:v>0.933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100" u="none">
                  <a:solidFill>
                    <a:srgbClr val="162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6"/>
          <c:min val="0.75"/>
        </c:scaling>
        <c:delete val="0"/>
        <c:axPos val="l"/>
        <c:majorGridlines>
          <c:spPr>
            <a:ln w="9525" cap="flat">
              <a:solidFill>
                <a:srgbClr val="D3DE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BRSET (in-domain)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Sensitivity</c:v>
                  </c:pt>
                  <c:pt idx="1">
                    <c:v>Specificity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0.88</c:v>
                </c:pt>
                <c:pt idx="1">
                  <c:v>0.991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mBRSET (smartphone, same threshold)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Sensitivity</c:v>
                  </c:pt>
                  <c:pt idx="1">
                    <c:v>Specificity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0.535</c:v>
                </c:pt>
                <c:pt idx="1">
                  <c:v>0.984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100" u="none">
                  <a:solidFill>
                    <a:srgbClr val="162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>
              <a:solidFill>
                <a:srgbClr val="D3DE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B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463040"/>
            <a:ext cx="6400800" cy="640080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235440" y="-274320"/>
            <a:ext cx="3931920" cy="3931920"/>
          </a:xfrm>
          <a:prstGeom prst="ellipse">
            <a:avLst/>
          </a:prstGeom>
          <a:solidFill>
            <a:srgbClr val="5FB0A6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F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OCULOMICS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diabetic retinopathy screening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smartphone fundus photographs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 ·  20 August – 5 September 2026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 Ye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numbers that summarize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30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834640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0.813 → 0.907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93192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mBRSET zero-shot AUROC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 → distilled + adapted)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10712" y="187452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2130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2834640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−0.144 → −0.090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93192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→ smartphone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gap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2784" y="187452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73952" y="2130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FB0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2834640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 ms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93192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Neural Engine, 384px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34856" y="187452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36024" y="2130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82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36024" y="2834640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 → 0.54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336024" y="393192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at a threshold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on tabletop images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one is the practically important finding: a screening tool ships a threshold, not an AUROC.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Oculomics Project Report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STARTING POINT (20 AUGUST)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tracks, one well-powered result: it was null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GCG-gated MobileNetV3 U-Net on IDRiD / FGADR lesion masks.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 latency measured: 9.0 ms at 512px.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GCG-vs-control comparison: underpowered and null.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6916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35040" y="210312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MobileNetV3-Small predicting referable DR.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BRSET (11,405 tabletop images); zero-shot test on all 4,884 mBRSET smartphone images (patient-disjoint).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11091672" cy="1371600"/>
        </p:xfrm>
        <a:graphic>
          <a:graphicData uri="http://schemas.openxmlformats.org/drawingml/2006/table">
            <a:tbl>
              <a:tblPr/>
              <a:tblGrid>
                <a:gridCol w="3017520"/>
                <a:gridCol w="2688336"/>
                <a:gridCol w="3602736"/>
                <a:gridCol w="178308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in-domain AUROC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mBRSET AUROC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(no GCG)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0.8129 ± 0.0087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0.8167 ± 0.0074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 GCG −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+0.0038, 95% CI [−0.011, +0.019]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inconclusive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54864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paired seed-to-seed noise floor on mBRSET AUROC was 0.0119. GCG moved AUROC by a third of that; reached the limit of GCG.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Oculomics Project Report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CODEBASE AUDIT (20 AUGUST)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file read line by line: 27 files changed, 42 tests pass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EEF3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76479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fgadr_dataset.py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764792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 followed the run seed; every 3-seed sweep scored each run on a different test set.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549640" y="17647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seed fixed at 42, decoupled from --seed.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EEF3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6060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train_mbrset.py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606040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sampler stacked with inverse-frequency CE weights; quadratic over-weighting of the 5% positive class.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549640" y="26060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correction only (sampler).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EEF3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44728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dataset.py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447288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resized + center-cropped an already FOV-cropped image, discarding ~23% of the retina's periphery.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34472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Full-frame resize.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EEF3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428853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evaluate_deploy.py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4288536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calibration method was selected on the test set, then that same test AUROC reported as the quantization cost.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42885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on val; test touched once.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EEF3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512978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train_idrid.py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880360" y="5129784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 AMP ran fp16 with no loss scaling; the underflow mode that erases microaneurysms.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51297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 on MPS.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in the report includes fixes to DDP eval padding, gating strictness, NaN-safe checkpoints, and Dice metric bias.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Oculomics Project Report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ARCHITECTURE DECISION (22 AUGUST)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flow matching: what the repo's own numbers said instead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flow matching / diffusion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sampling: a 10-step segmenter costs ~10× the 9ms latency budget.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gain on tiny, sparse lesions.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apply to the classification framing at all.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69164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measurements said the lever was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89320" y="2103120"/>
            <a:ext cx="5623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pretraining moved IDRiD Dice 0.183 → 0.387; bigger than any block change measured.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Memory-bandwidth-bound on the ANE: a 4.3× MAC cut bought 0% latency; ~4× headroom existed to spend on resolution.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14-point domain gap is a distribution problem; attention re-weighting operates at the half-point scale.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Chosen, in order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46817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5102352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Distill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54406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fundus-competent teacher into the unchanged mobile student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10712" y="457200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75304" y="46817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575304" y="5102352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575304" y="54406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label-free test-time BatchNorm adaptation (AdaBN) on target images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72784" y="457200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37376" y="46817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5102352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Upgrade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54406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MobileNetV4 backbone (the classifier had always been V3-Small)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34856" y="457200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99448" y="46817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299448" y="5102352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299448" y="54406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384px resolution, spending the latency headroom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Oculomics Project Report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WHAT WAS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code supporting distillation, adaptation, and the paired-seed harness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8379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2221992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timm backbone as teacher or V4 student; exposes pooled embeddings for feature matching.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5352" y="1691640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EEF3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874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58584" y="18379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train_mbrset.py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58584" y="2221992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Hinton-form KD loss (α=0.7, T=4) plus --bn-adapt: AdaBN on a deep copy, reported separately from zero-shot.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00984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EEF3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4838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34472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dataset.py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3831336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GPU-side photometric augmentation (DeviceAug); lifted a CPU-bound 145 img/s cap.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352" y="3300984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EEF3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34838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58584" y="34472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run_kd_xfer.sh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58584" y="3831336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paired design per seed: ctrl → teacher → kd, all with --bn-adapt; idempotent and resumable.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10328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EEF3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0932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50566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summarize_xfer.py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61872" y="544068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statistics across conditions, plus the BN-adaptation effect table.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45352" y="4910328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EEF3F6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50932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6520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58584" y="50566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export_coreml.py / evaluate_deploy.py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958584" y="544068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 export with ANE/CPU benchmarking, plus a target-domain operating point at a source-calibrated threshold.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Oculomics Project Report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RESULTS: SEVEN-SEED SWEEP (V2, NUMBER OF RECORD)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Distillation alone is null; distillation + adaptation is not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105156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2743200"/>
                <a:gridCol w="4142232"/>
              </a:tblGrid>
              <a:tr h="350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mBRSET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BN-adapted mBRSET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 effect (paired)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0.8822 ± 0.0151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0.8924 ± 0.0088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+0.0102 [+0.0007, +0.0197]  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0.8832 ± 0.0297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0.9043 ± 0.0183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+0.0210 [−0.0024, +0.0445]  n.s.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6324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kd − ctrl, zero-shot: +0.0011, CI [−0.0347, +0.0368], 5/7; null.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kd − ctrl, BN-adapted: +0.0119, CI [−0.0094, +0.0332], 5/7; inconclusive alone, but replicated in direction across two sweeps.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In-domain: ctrl 0.9741 ± 0.0077, kd 0.9772 ± 0.0079; gap −0.092 / −0.094.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4709160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EEF3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4864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Ceiling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1937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V4-Small trained directly on mBRSET and tested in-domain scores 0.9331 ± 0.0029. The 49.7M-parameter teacher's zero-shot AUROC (0.936) already sits at that ceiling; the 2.8M-parameter adapted student (0.907) reaches 97% of it without ever training on a smartphone image.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Oculomics Project Report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RESULTS: THE LADDER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0.813 to 0.907: recipe, resolution, backbone, then adaptation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11247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V4-Small with distillation + test-time adaptation (0.904) sits within 0.03 of a 49.7M-parameter teacher and the mBRSET-trained ceiling, at 1/18th the parameters.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Oculomics Project Report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REPLICATION UNDER FINAL CODE (3–5 SEPTEMBER)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Fixed-seed runs are not bitwise reproducible: what survives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EEF3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of 4 control seeds reproduced exactly. Run-to-run SD at a fixed seed (≈ 0.02) is as large as seed-to-seed SD (0.012). A determinism probe found no offending op; likely cuDNN algorithm selection under shared-GPU memory pressure.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EEF3F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1821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Replicated: significant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9300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AdaBN on the control: +0.0104 and +0.0102 across two independent 7-seed sweeps, both CIs excluding zero.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45352" y="301752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EEF3F6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31821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56832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Replicated in direction, demoted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349300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× adaptation interaction: stable point estimate (~+0.011), but CI widened in v2 (n.s.). Demoted from “significant” to “suggestive, replicated in direction.”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EEF3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7823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5A6B7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709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in both sweeps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09320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alone on zero-shot transfer: +0.0022, then +0.0011. Both CIs span zero.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45352" y="461772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EEF3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28232" y="47823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5FB0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56832" y="4709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Immune to the nondeterminism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28232" y="509320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AdaBN results are paired within a run (same weights, adapted vs. not); training randomness cannot reach them.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Oculomics Project Report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DEPLOYMENT: ON-DEVICE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 ms on the Apple Neural Engine, 3.6× smaller with INT8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214884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 ms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06324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ANE latency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(p10/p90: 0.6 / 0.8 ms)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EF3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11880" y="214884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 ms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06324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latency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(p10/p90: 2.7 / 3.5 ms)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214884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11.3 → 3.1 MB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06324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size, fp32 → INT8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(3.6× smaller)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EF3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36024" y="214884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1.2×10⁻⁴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336024" y="306324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 vs. PyTorch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abs. difference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 ANE figure is an optimistic proxy; the network is memory-bandwidth-bound and a Mac has far more bandwidth than an iPhone. Read 0.7ms as a lower bound; an on-device Xcode performance report gives the literal number. Deployed checkpoint: kd_seed1.pt, 2.82M params, selected by in-domain val AUROC (0.9979).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Oculomics Project Report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DEPLOYMENT: THE OPERATING-POINT SHIFT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practically important finding in the project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65836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37360"/>
            <a:ext cx="4343400" cy="4160520"/>
          </a:xfrm>
          <a:prstGeom prst="roundRect">
            <a:avLst>
              <a:gd name="adj" fmla="val 1758"/>
            </a:avLst>
          </a:prstGeom>
          <a:solidFill>
            <a:srgbClr val="FBF0E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571232" y="19659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threshold calibrated for 90% sensitivity on tabletop images, the model misses nearly half of referable DR on smartphone captures, while staying highly specific.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571232" y="33375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only drops 0.09 across this shift, which is why AUROC alone would have hidden it. The cause is the same BatchNorm-statistics mismatch AdaBN corrects.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571232" y="434340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implication: either calibrate the threshold on-device with a small labelled handheld set, or adapt the network (AdaBN) from unlabelled captures before trusting a tabletop threshold.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Oculomics Project Report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BEYOND DR (3–4 SEPTEMBER)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harness, three new disease branches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116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60604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disease/systemic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246120"/>
            <a:ext cx="3209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systemic targets from mBRSET metadata (hypertension, nephropathy, neuropathy, MI, …), each paired with an age+sex logistic baseline. Only hypertension (71% prevalence) is well powered.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9976" y="178308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EEF3F6"/>
          </a:solidFill>
          <a:ln/>
        </p:spPr>
      </p:sp>
      <p:sp>
        <p:nvSpPr>
          <p:cNvPr id="9" name="Shape 7"/>
          <p:cNvSpPr/>
          <p:nvPr/>
        </p:nvSpPr>
        <p:spPr>
          <a:xfrm>
            <a:off x="4581144" y="20116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81144" y="260604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disease/ophthalmic-multilabel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3246120"/>
            <a:ext cx="3209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BRSET's ten ophthalmic labels as one multi-label head vs. one model per label, in-domain on tabletop images.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11312" y="178308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EEF3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0" y="20116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5FB0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60604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disease/glaucoma-amd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246120"/>
            <a:ext cx="3209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for AIROGS, REFUGE, PAPILA, ODIR-5K. No public smartphone glaucoma/AMD set exists, so these are tabletop → tabletop transfers.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120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novelty assessment: each disease alone re-treads published ground. Their value is as replication arms for the adaptation and distillation×adaptation findings on a second disease; combined, they form a single self-calibrating multi-head trunk on the phone. No results from these branches exist yet.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Oculomics Project Report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OPEN ITEMS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09928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point across all v2 checkpoints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709928"/>
            <a:ext cx="6172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sensitivity collapse universal, and does AdaBN restore it? One command, no training.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60904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Nondeterminism source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660904"/>
            <a:ext cx="6172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identical 1-epoch runs, back to back, on an idle GPU; isolates whether co-scheduling is the cause.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393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11880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ML export with real weights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611880"/>
            <a:ext cx="6172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isn't on the Mac yet; latency should match the 0.7ms probe.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902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62856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Pre-registered teacher–student gap attempt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4562856"/>
            <a:ext cx="6172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teacher, or α=0.9 with feature matching; 5 seeds, one configuration, judged by the same paired test.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5412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541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513832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track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5513832"/>
            <a:ext cx="6172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result-changing RNG fix (1 Sept) means every train_idrid.py result with workers predates it; treat prior segmentation numbers as superseded until re-run.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Oculomics Project Report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474720"/>
            <a:ext cx="5486400" cy="5486400"/>
          </a:xfrm>
          <a:prstGeom prst="ellipse">
            <a:avLst/>
          </a:prstGeom>
          <a:solidFill>
            <a:srgbClr val="065A82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2.8M-parameter model, adapted at test time,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reaches 97% of a 49.7M-parameter teacher,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ever training on a smartphone image.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FB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0.907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26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zero-shot AUROC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3749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FB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 ms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4526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latency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3749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FB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0.026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526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in-domain ceiling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577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deployed threshold does not transfer with it. The operating-point shift is the finding that determines whether this ships safely.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Oculomics Project Report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2026-09-05T22:17:21Z</dcterms:created>
  <dcterms:modified xsi:type="dcterms:W3CDTF">2026-09-05T22:17:21Z</dcterms:modified>
</cp:coreProperties>
</file>